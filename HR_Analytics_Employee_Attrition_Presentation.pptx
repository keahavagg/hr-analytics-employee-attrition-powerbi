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A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HR ANALYTICS &amp;</a:t>
            </a:r>
          </a:p>
          <a:p>
            <a:pPr>
              <a:defRPr sz="3100" b="1">
                <a:solidFill>
                  <a:srgbClr val="FFFFFF"/>
                </a:solidFill>
              </a:defRPr>
            </a:pPr>
            <a:r>
              <a:t>EMPLOYEE ATTRITION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AE7F3"/>
                </a:solidFill>
              </a:defRPr>
            </a:pPr>
            <a:r>
              <a:t>Analyzing employee turnover patterns using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875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AE7F3"/>
                </a:solidFill>
              </a:defRPr>
            </a:pPr>
            <a:r>
              <a:t>Power BI  •  Power Query  •  DAX  • 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AE7F3"/>
                </a:solidFill>
              </a:defRPr>
            </a:pPr>
            <a:r>
              <a:t>Objective &amp;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5486400" cy="448056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Business Objective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Understand the scale and pattern of employee attrition.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Identify departments and job roles with comparatively high turnover.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Explore attrition across age, gender and education groups.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Examine the association between job satisfaction and attrition.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Turn HR data into clear, interactive and decision-ready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960120"/>
            <a:ext cx="5303520" cy="4480560"/>
          </a:xfrm>
          <a:prstGeom prst="roundRect">
            <a:avLst/>
          </a:prstGeom>
          <a:solidFill>
            <a:srgbClr val="F6F8FC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Dataset at a Glance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1,470 employee records analyzed.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237 employees recorded as having left the organization.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1,233 employees remain active.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Overall observed attrition rate: 16.12%.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Average employee age: 37 years.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623560"/>
            <a:ext cx="11064240" cy="658368"/>
          </a:xfrm>
          <a:prstGeom prst="roundRect">
            <a:avLst/>
          </a:prstGeom>
          <a:solidFill>
            <a:srgbClr val="DAE7F3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174"/>
                </a:solidFill>
              </a:defRPr>
            </a:pPr>
            <a:r>
              <a:t>Core Question</a:t>
            </a:r>
          </a:p>
          <a:p>
            <a:pPr>
              <a:defRPr sz="1080">
                <a:solidFill>
                  <a:srgbClr val="2A323C"/>
                </a:solidFill>
              </a:defRPr>
            </a:pPr>
            <a:r>
              <a:t>Which employee segments show higher attrition, and where should HR investigate further?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A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HR Analytics &amp; Employee Attrition | Power BI Project   •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Dashboard KPI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AE7F3"/>
                </a:solidFill>
              </a:defRPr>
            </a:pPr>
            <a:r>
              <a:t>Overall workforce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84831" cy="109728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3174"/>
                </a:solidFill>
              </a:defRPr>
            </a:pPr>
            <a:r>
              <a:t>1.47K</a:t>
            </a:r>
          </a:p>
          <a:p>
            <a:pPr algn="ctr">
              <a:defRPr sz="950">
                <a:solidFill>
                  <a:srgbClr val="646E78"/>
                </a:solidFill>
              </a:defRPr>
            </a:pPr>
            <a:r>
              <a:t>Overall Employees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051560"/>
            <a:ext cx="2084831" cy="109728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3174"/>
                </a:solidFill>
              </a:defRPr>
            </a:pPr>
            <a:r>
              <a:t>237</a:t>
            </a:r>
          </a:p>
          <a:p>
            <a:pPr algn="ctr">
              <a:defRPr sz="950">
                <a:solidFill>
                  <a:srgbClr val="646E78"/>
                </a:solidFill>
              </a:defRPr>
            </a:pPr>
            <a:r>
              <a:t>Attrition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12664" y="1051560"/>
            <a:ext cx="2084831" cy="109728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3174"/>
                </a:solidFill>
              </a:defRPr>
            </a:pPr>
            <a:r>
              <a:t>16.12%</a:t>
            </a:r>
          </a:p>
          <a:p>
            <a:pPr algn="ctr">
              <a:defRPr sz="950">
                <a:solidFill>
                  <a:srgbClr val="646E78"/>
                </a:solidFill>
              </a:defRPr>
            </a:pPr>
            <a:r>
              <a:t>Attrition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7536" y="1051560"/>
            <a:ext cx="2084831" cy="109728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3174"/>
                </a:solidFill>
              </a:defRPr>
            </a:pPr>
            <a:r>
              <a:t>1.233K</a:t>
            </a:r>
          </a:p>
          <a:p>
            <a:pPr algn="ctr">
              <a:defRPr sz="950">
                <a:solidFill>
                  <a:srgbClr val="646E78"/>
                </a:solidFill>
              </a:defRPr>
            </a:pPr>
            <a:r>
              <a:t>Active Employees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22408" y="1051560"/>
            <a:ext cx="2084831" cy="109728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3174"/>
                </a:solidFill>
              </a:defRPr>
            </a:pPr>
            <a:r>
              <a:t>37</a:t>
            </a:r>
          </a:p>
          <a:p>
            <a:pPr algn="ctr">
              <a:defRPr sz="950">
                <a:solidFill>
                  <a:srgbClr val="646E78"/>
                </a:solidFill>
              </a:defRPr>
            </a:pPr>
            <a:r>
              <a:t>Average 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064240" cy="182880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What the KPIs tell us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16.1 out of every 100 employees in the dataset are recorded as attrited.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83.88% of the workforce remains active.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Education-category filters can be used to explore segment-level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11064240" cy="1005840"/>
          </a:xfrm>
          <a:prstGeom prst="roundRect">
            <a:avLst/>
          </a:prstGeom>
          <a:solidFill>
            <a:srgbClr val="DAE7F3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174"/>
                </a:solidFill>
              </a:defRPr>
            </a:pPr>
            <a:r>
              <a:t>Headline</a:t>
            </a:r>
          </a:p>
          <a:p>
            <a:pPr>
              <a:defRPr sz="1080">
                <a:solidFill>
                  <a:srgbClr val="2A323C"/>
                </a:solidFill>
              </a:defRPr>
            </a:pPr>
            <a:r>
              <a:t>237 employees have left out of 1470, producing a 16.12% observed attrition 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A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HR Analytics &amp; Employee Attrition | Power BI Project   •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AE7F3"/>
                </a:solidFill>
              </a:defRPr>
            </a:pPr>
            <a:r>
              <a:t>Interactive overview</a:t>
            </a:r>
          </a:p>
        </p:txBody>
      </p:sp>
      <p:pic>
        <p:nvPicPr>
          <p:cNvPr id="6" name="Picture 5" descr="dashboard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56285"/>
            <a:ext cx="11155680" cy="577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A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HR Analytics &amp; Employee Attrition | Power BI Project   •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Attrition by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AE7F3"/>
                </a:solidFill>
              </a:defRPr>
            </a:pPr>
            <a:r>
              <a:t>Count vs rate</a:t>
            </a:r>
          </a:p>
        </p:txBody>
      </p:sp>
      <p:pic>
        <p:nvPicPr>
          <p:cNvPr id="6" name="Picture 5" descr="depart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6400800" cy="34149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960120"/>
            <a:ext cx="4343400" cy="438912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Key Insights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Sales has the highest observed attrition rate: 20.63%.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HR follows at 19.05%.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R&amp;D has the largest attrition count: 133 employees.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R&amp;D's higher count should be interpreted alongside its much larger workforce.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Rate is more useful than count when comparing departments of different sizes.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486400"/>
            <a:ext cx="10927080" cy="685800"/>
          </a:xfrm>
          <a:prstGeom prst="roundRect">
            <a:avLst/>
          </a:prstGeom>
          <a:solidFill>
            <a:srgbClr val="DAE7F3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174"/>
                </a:solidFill>
              </a:defRPr>
            </a:pPr>
            <a:r>
              <a:t>Takeaway</a:t>
            </a:r>
          </a:p>
          <a:p>
            <a:pPr>
              <a:defRPr sz="1080">
                <a:solidFill>
                  <a:srgbClr val="2A323C"/>
                </a:solidFill>
              </a:defRPr>
            </a:pPr>
            <a:r>
              <a:t>Sales stands out on attrition rate, while R&amp;D stands out on absolute attrition volume.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A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HR Analytics &amp; Employee Attrition | Power BI Project   •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Attrition by Age &amp; Gender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AE7F3"/>
                </a:solidFill>
              </a:defRPr>
            </a:pPr>
            <a:r>
              <a:t>Employee segments</a:t>
            </a:r>
          </a:p>
        </p:txBody>
      </p:sp>
      <p:pic>
        <p:nvPicPr>
          <p:cNvPr id="6" name="Picture 5" descr="age_g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6675120" cy="36259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960120"/>
            <a:ext cx="4160520" cy="448056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Key Insights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Under-25 employees have the highest observed attrition rate: 39.18%.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The 25–34 group contributes the largest attrition count: 112.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Male attrition count: 150; female: 87.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Male observed rate: 17.01% vs female: 14.80%.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Counts should be considered together with each group's workforce size.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486400"/>
            <a:ext cx="10927080" cy="685800"/>
          </a:xfrm>
          <a:prstGeom prst="roundRect">
            <a:avLst/>
          </a:prstGeom>
          <a:solidFill>
            <a:srgbClr val="DAE7F3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174"/>
                </a:solidFill>
              </a:defRPr>
            </a:pPr>
            <a:r>
              <a:t>Takeaway</a:t>
            </a:r>
          </a:p>
          <a:p>
            <a:pPr>
              <a:defRPr sz="1080">
                <a:solidFill>
                  <a:srgbClr val="2A323C"/>
                </a:solidFill>
              </a:defRPr>
            </a:pPr>
            <a:r>
              <a:t>Early-career employees are an important segment for deeper retention analysis.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A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HR Analytics &amp; Employee Attrition | Power BI Project   •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Attrition by Job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AE7F3"/>
                </a:solidFill>
              </a:defRPr>
            </a:pPr>
            <a:r>
              <a:t>Where turnover is concentrated</a:t>
            </a:r>
          </a:p>
        </p:txBody>
      </p:sp>
      <p:pic>
        <p:nvPicPr>
          <p:cNvPr id="6" name="Picture 5" descr="job_ro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6812280" cy="36115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914400"/>
            <a:ext cx="4251960" cy="452628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Key Insights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Sales Representative has the highest observed attrition rate: 39.76%.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Laboratory Technician: 23.94%.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Human Resources: 23.08%.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Research Director has the lowest observed rate: 2.50%.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The spread across roles suggests that role-specific factors merit further investigation.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486400"/>
            <a:ext cx="10927080" cy="685800"/>
          </a:xfrm>
          <a:prstGeom prst="roundRect">
            <a:avLst/>
          </a:prstGeom>
          <a:solidFill>
            <a:srgbClr val="DAE7F3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174"/>
                </a:solidFill>
              </a:defRPr>
            </a:pPr>
            <a:r>
              <a:t>Takeaway</a:t>
            </a:r>
          </a:p>
          <a:p>
            <a:pPr>
              <a:defRPr sz="1080">
                <a:solidFill>
                  <a:srgbClr val="2A323C"/>
                </a:solidFill>
              </a:defRPr>
            </a:pPr>
            <a:r>
              <a:t>Sales Representative is the clearest high-attrition role in this dataset.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A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HR Analytics &amp; Employee Attrition | Power BI Project   •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Education &amp; Job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AE7F3"/>
                </a:solidFill>
              </a:defRPr>
            </a:pPr>
            <a:r>
              <a:t>Two additional lenses</a:t>
            </a:r>
          </a:p>
        </p:txBody>
      </p:sp>
      <p:pic>
        <p:nvPicPr>
          <p:cNvPr id="6" name="Picture 5" descr="education_satisfa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7543800" cy="31361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960120"/>
            <a:ext cx="3429000" cy="448056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Key Insights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Life Sciences has the largest attrition count: 89.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Human Resources has the highest education-field rate: 25.93%, but its workforce is small.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Low satisfaction (rating 1) shows 22.84% attrition.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High satisfaction (rating 4) shows 11.33% attrition.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This pattern is an association, not proof that satisfaction alone causes attrition.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486400"/>
            <a:ext cx="10927080" cy="685800"/>
          </a:xfrm>
          <a:prstGeom prst="roundRect">
            <a:avLst/>
          </a:prstGeom>
          <a:solidFill>
            <a:srgbClr val="DAE7F3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174"/>
                </a:solidFill>
              </a:defRPr>
            </a:pPr>
            <a:r>
              <a:t>Takeaway</a:t>
            </a:r>
          </a:p>
          <a:p>
            <a:pPr>
              <a:defRPr sz="1080">
                <a:solidFill>
                  <a:srgbClr val="2A323C"/>
                </a:solidFill>
              </a:defRPr>
            </a:pPr>
            <a:r>
              <a:t>Lower job satisfaction is associated with a higher observed attrition rate in this dataset.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A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HR Analytics &amp; Employee Attrition | Power BI Project   •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Additional Attrition Driver: Overtime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AE7F3"/>
                </a:solidFill>
              </a:defRPr>
            </a:pPr>
            <a:r>
              <a:t>Dataset-level analysis</a:t>
            </a:r>
          </a:p>
        </p:txBody>
      </p:sp>
      <p:pic>
        <p:nvPicPr>
          <p:cNvPr id="6" name="Picture 5" descr="overti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6309360" cy="33638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69480" y="1143000"/>
            <a:ext cx="1874519" cy="109728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63174"/>
                </a:solidFill>
              </a:defRPr>
            </a:pPr>
            <a:r>
              <a:t>30.53%</a:t>
            </a:r>
          </a:p>
          <a:p>
            <a:pPr algn="ctr">
              <a:defRPr sz="950">
                <a:solidFill>
                  <a:srgbClr val="646E78"/>
                </a:solidFill>
              </a:defRPr>
            </a:pPr>
            <a:r>
              <a:t>Overtime = Yes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1143000"/>
            <a:ext cx="1874519" cy="109728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A7DBE"/>
                </a:solidFill>
              </a:defRPr>
            </a:pPr>
            <a:r>
              <a:t>10.44%</a:t>
            </a:r>
          </a:p>
          <a:p>
            <a:pPr algn="ctr">
              <a:defRPr sz="950">
                <a:solidFill>
                  <a:srgbClr val="646E78"/>
                </a:solidFill>
              </a:defRPr>
            </a:pPr>
            <a:r>
              <a:t>Overtime = 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606040"/>
            <a:ext cx="4389120" cy="288036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Interpretation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Overtime group observed attrition rate: 30.53%.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Non-overtime group observed attrition rate: 10.44%.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The observed rate is about 2.9× higher for the overtime group.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This is an association and should be validated with workload, role, tenure and compensation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486400"/>
            <a:ext cx="10927080" cy="685800"/>
          </a:xfrm>
          <a:prstGeom prst="roundRect">
            <a:avLst/>
          </a:prstGeom>
          <a:solidFill>
            <a:srgbClr val="DAE7F3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174"/>
                </a:solidFill>
              </a:defRPr>
            </a:pPr>
            <a:r>
              <a:t>Takeaway</a:t>
            </a:r>
          </a:p>
          <a:p>
            <a:pPr>
              <a:defRPr sz="1080">
                <a:solidFill>
                  <a:srgbClr val="2A323C"/>
                </a:solidFill>
              </a:defRPr>
            </a:pPr>
            <a:r>
              <a:t>Overtime is one of the strongest observed differences in attrition rate in the dataset.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A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HR Analytics &amp; Employee Attrition | Power BI Project   •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AE7F3"/>
                </a:solidFill>
              </a:defRPr>
            </a:pPr>
            <a:r>
              <a:t>From analysis to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5486400" cy="4800600"/>
          </a:xfrm>
          <a:prstGeom prst="roundRect">
            <a:avLst/>
          </a:prstGeom>
          <a:solidFill>
            <a:srgbClr val="EEF5FB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Key Findings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Overall attrition rate: 16.12% (237 of 1470).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Sales has the highest department attrition rate (20.63%).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Under-25 employees have the highest age-group rate (39.18%).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Sales Representatives have the highest role-level rate (39.76%).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Low satisfaction is associated with higher attrition (22.84% vs 11.33%).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Overtime is associated with a much higher rate (30.53% vs 10.44%).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914400"/>
            <a:ext cx="5212080" cy="4800600"/>
          </a:xfrm>
          <a:prstGeom prst="roundRect">
            <a:avLst/>
          </a:prstGeom>
          <a:solidFill>
            <a:srgbClr val="F6F8FC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>
              <a:defRPr sz="1600" b="1">
                <a:solidFill>
                  <a:srgbClr val="163174"/>
                </a:solidFill>
              </a:defRPr>
            </a:pPr>
            <a:r>
              <a:t>Recommendations for HR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Investigate workload and career-growth factors in high-attrition roles.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Create targeted retention and onboarding initiatives for younger employees.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Monitor overtime and workload patterns across teams.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Use employee feedback to identify low-satisfaction areas.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Compare attrition with compensation, tenure and promotion data.</a:t>
            </a:r>
          </a:p>
          <a:p>
            <a:pPr>
              <a:spcBef>
                <a:spcPts val="500"/>
              </a:spcBef>
              <a:defRPr sz="1150">
                <a:solidFill>
                  <a:srgbClr val="2A323C"/>
                </a:solidFill>
              </a:defRPr>
            </a:pPr>
            <a:r>
              <a:t>Use the Power BI dashboard for regular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10972800" cy="502920"/>
          </a:xfrm>
          <a:prstGeom prst="roundRect">
            <a:avLst/>
          </a:prstGeom>
          <a:solidFill>
            <a:srgbClr val="DAE7F3"/>
          </a:solidFill>
          <a:ln>
            <a:solidFill>
              <a:srgbClr val="DA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174"/>
                </a:solidFill>
              </a:defRPr>
            </a:pPr>
            <a:r>
              <a:t>Final Message</a:t>
            </a:r>
          </a:p>
          <a:p>
            <a:pPr>
              <a:defRPr sz="1080">
                <a:solidFill>
                  <a:srgbClr val="2A323C"/>
                </a:solidFill>
              </a:defRPr>
            </a:pPr>
            <a:r>
              <a:t>Power BI converts HR records into an interactive view of where employee turnover is concentrated and which segments deserve deeper investigation.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DA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HR Analytics &amp; Employee Attrition | Power BI Project   •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5014</Words>
  <Application>WPS Presentation</Application>
  <PresentationFormat>On-screen Show (4:3)</PresentationFormat>
  <Paragraphs>175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keshav aggarwal</cp:lastModifiedBy>
  <cp:revision>2</cp:revision>
  <dcterms:created xsi:type="dcterms:W3CDTF">2013-01-27T09:14:00Z</dcterms:created>
  <dcterms:modified xsi:type="dcterms:W3CDTF">2026-09-16T21:33:23Z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0CD46939104A4ECAAC990D0F1C7B6C1D_12</vt:lpwstr>
  </property>
  <property fmtid="{D5CDD505-2E9C-101B-9397-08002B2CF9AE}" pid="3" name="KSOProductBuildVer">
    <vt:lpwstr>1033-12.1.0.28485</vt:lpwstr>
  </property>
</Properties>
</file>